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SRS PHASE 2 · IDENTITY PROTECTION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منصة حماية الهوية
مدرسة Cornell Deep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إصدار v2 — بوابة مدرسية RBAC، تحقيق رقمي، استرداد الحساب، قياس أداء مصادقة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درجة خطر 0–100 لكل محاولة دخول مع أسباب مفسّرة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140 فحصًا آليًا أخضر: smoke 17 · e2e 77 · ui-smoke 28 · restart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المشكلة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لا يكفي «كلمة مرور فقط»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كلمة المرور تُسرَق أو تُخمَّن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كيف نميّز الدخول الشرعي من المشبوه قبل حدوث الضرر؟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الحل: تقييم سياقي فوري لكل محاولة تسجيل دخول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محرك الخطر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درجة خطر لحظية لكل محاولة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F_TIME_ANOMALY +15 · F_NEW_IP +25 · F_NEW_DEVICE +30 · F_IMPOSSIBLE_TRAVEL +40 · F_BLACKLISTED_IP +45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LOW 0–30 → دخول مباشر · MEDIUM 31–69 → موافقة عبر جهاز آخر · HIGH 70–100 → إغلاق فوري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كل قرار يُسجَّل في سجل أحداث تفصيلي ويُبث حيًّا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سيناريوهات SRS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ثلاثة مستويات صارمة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S1: كلمة مرور فقط في مستوى LOW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S2: كلمة مرور + رمز OTP (RFC 6238)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S3: OTP + بريد + RBAC — وغرفة العمليات للمشرف فقط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الجهاز الموثوق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من «بريد يصل» إلى «جهاز موثوق»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تسجيل + بريد تحقق حقيقي (Ethereal)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النقر على رابط التحقق يختم المتصفح كجهاز موثوق (كوكي مشفّر سنة)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إلغاء الأجهزة من مركز الأمان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v2 · البوابة المدرسية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RBAC صارم عبر 3 أدوار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8 وحدات × 3 أدوار (مقررات/درجات/تكليفات/حضور/قوائم صفية/دليل مستخدمين)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الطالب: مُحرَم من القوائم والدليل والمصفوفة (403)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المشرف: كل الوحدات + مصفوفة صلاحيات مُعروضة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v2 · الأمان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استرداد الحساب + إعادة ضبط MFA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request → reset → validate — رمز تحقق 6 خانات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تدوير TOTP + كلمة مرور + 10 رموز استرداد أحادية الاستخدام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كل خطوة مسجّلةً في سجل الأحداث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v2 · التحقيق والأداء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Forensics +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إعادة بناء خط زمني للأحداث حسب المستخدم/IP/الجهاز/النتيجة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قضايا تلتقط الأدلة تلقائيًا مع تصدير Markdown جاهز للأرشفة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مقارنة سيناريوهات المصادقة بزمن حقيقي elapsed_ms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لوحة SOC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غرفة عمليات حيّة لحظيًا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Overview · Audit · Sessions · Trusted Devices · Factors · Blacklist · Attack Sim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بث SSE: أحداث الدخول والتنبيهات تصل فورًا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الهجمات المحاكية A (قوة غاشمة) · B (سفر مستحيل) · C (حقن بيانات مسروقة)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النتائج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اختبار شامل — كل المراحل خضراء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140 فحصًا آليًا على قاعدة نظيفة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e2e 77 يشمل بوابة/استرداد/تحقيق/أداء + اختبار بقاء البيانات بعد إعادة التشغيل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dem مع demo.mp4 يغطي كل ميزة أثناء العمل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آفاق مستقبلية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ماذا لو طُبّق في بيئة إنتاجية؟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عوامل إضافية: بصمة الوجه/الجهاز وخطر الموقع الجغرافي الحقيقي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تعلم آلي لعادات الدخول لكل مستخدم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عزل تلقائي وإنذار منصات المراقبة ومشاركة التهديدات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شكرًا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AuthShield 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شغّل: npm start ثم localhost:4000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التسليمات: dist/AuthShield360-v2.zip · docs/ · demo.mp4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