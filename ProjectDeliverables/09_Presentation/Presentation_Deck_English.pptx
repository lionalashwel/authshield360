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SRS PHASE 2 · IDENTITY PROTECTION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Identity Protection Platform
Cornell Deep School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v2 — school portal RBAC, digital forensics, account recovery, authentication benchmark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A 0–100 risk score for every login attempt with explained reasons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140 automated checks green: smoke 17 · e2e 77 · ui-smoke 28 · restart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The problem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“Password only”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Passwords get stolen or guessed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How do we tell a legitimate login from a suspicious one before damage happens?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Solution: an instant contextual assessment of every sign-in attempt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Risk engine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A live risk score for every attempt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F_TIME_ANOMALY +15 · F_NEW_IP +25 · F_NEW_DEVICE +30 · F_IMPOSSIBLE_TRAVEL +40 · F_BLACKLISTED_IP +45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LOW 0–30 → direct login · MEDIUM 31–69 → cross-device approval · HIGH 70–100 → instant lockdown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Every decision is recorded in a detailed audit log and broadcast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SRS scenarios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Three strict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S1: password only at LOW risk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S2: password + OTP code (RFC 6238)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S3: OTP + e-mail + RBAC — and the operations console is admin-only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Trusted device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From “an e-mail arrives” to “a trusted device”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Registration + real e-mail verification (Ethereal)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Clicking the verification link stamps this browser as Trusted (encrypted 1-year cookie)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Devices revocable from the Security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v2 · School portal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Strict RBAC across 3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8 modules × 3 roles (courses/grades/assignments/attendance/rosters/user directory)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Student: denied rosters, directory and matrix (403)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Admin: every module + the permission matrix on screen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v2 · Security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Account recovery + MFA reset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request → reset → validate — a 6-digit verification code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TOTP rotation + new password + 10 single-use recovery codes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Every step is recorded in the audit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v2 · Investigation &amp; performance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Forensics +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Reconstructing chronological timelines per user/IP/device/outcome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Cases capture evidence automatically with Markdown export for archiving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Scenario comparison with real login times (elapsed_ms)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SOC dashboard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A live operations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Overview · Audit · Sessions · Trusted Devices · Factors · Blacklist · Attack Sim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SSE streaming: login events and alerts arrive instantly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Simulated attacks A (brute force) · B (impossible travel) · C (credential stuffing)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Results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Comprehensive testing — every stage is green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140 automated checks on a pristine database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e2e 77 covers portal/recovery/forensics/benchmark + data resilience after restart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demo.mp4 records every feature while running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Future directions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What would a production rollout look like?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Extra factors: face/device biometrics and real geo-location risk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Machine learning over each user’s login habits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Automatic isolation, monitoring-platform alerts and threat sharing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>
                <a:solidFill>
                  <a:srgbClr val="1D4ED8"/>
                </a:solidFill>
                <a:latin typeface="Segoe UI"/>
              </a:rPr>
              <a:t>Thank you</a:t>
            </a:r>
          </a:p>
          <a:p>
            <a:pPr rtl="1" algn="r"/>
            <a:r>
              <a:rPr sz="3400" b="1">
                <a:solidFill>
                  <a:srgbClr val="0E7490"/>
                </a:solidFill>
                <a:latin typeface="Segoe UI"/>
              </a:rPr>
              <a:t>AuthShield 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C6377"/>
                </a:solidFill>
                <a:latin typeface="Segoe UI"/>
              </a:rPr>
              <a:t>Cornell Deep  ·  Identity Protection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Run it: npm start then localhost:4000</a:t>
            </a:r>
          </a:p>
          <a:p>
            <a:pPr rtl="1" algn="r">
              <a:spcAft>
                <a:spcPts val="800"/>
              </a:spcAft>
            </a:pPr>
            <a:r>
              <a:rPr sz="1700">
                <a:solidFill>
                  <a:srgbClr val="16283B"/>
                </a:solidFill>
                <a:latin typeface="Segoe UI"/>
              </a:rPr>
              <a:t>•  Deliverables: dist/AuthShield360-v2.zip · docs/ · demo.mp4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